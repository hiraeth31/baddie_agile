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23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7588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13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56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058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188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61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607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0292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54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514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39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520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858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BCB54E6-D275-472A-8994-B9B2D15FC09D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7FB055EB-2B02-46F6-85B1-CA6633CB9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736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58EE6D-DBB6-299F-9CD6-D17BD53EB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2901462"/>
            <a:ext cx="11429999" cy="1316513"/>
          </a:xfrm>
        </p:spPr>
        <p:txBody>
          <a:bodyPr>
            <a:normAutofit/>
          </a:bodyPr>
          <a:lstStyle/>
          <a:p>
            <a:r>
              <a:rPr lang="ru-RU" sz="7200" b="1" dirty="0"/>
              <a:t>Учебное пособие по </a:t>
            </a:r>
            <a:r>
              <a:rPr lang="en-US" sz="7200" b="1" dirty="0"/>
              <a:t>C#</a:t>
            </a:r>
            <a:r>
              <a:rPr lang="ru-RU" sz="7200" b="1" dirty="0"/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229C4D-80AA-8156-3C23-BE3590424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08" y="5070354"/>
            <a:ext cx="9144000" cy="16557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dirty="0"/>
              <a:t>Подготовили: </a:t>
            </a:r>
          </a:p>
          <a:p>
            <a:pPr algn="l"/>
            <a:r>
              <a:rPr lang="ru-RU" dirty="0"/>
              <a:t>Крылова Анастасия БПИ-23-1</a:t>
            </a:r>
          </a:p>
          <a:p>
            <a:pPr algn="l"/>
            <a:r>
              <a:rPr lang="ru-RU" dirty="0"/>
              <a:t>Назарова Софья БПИ-23-1</a:t>
            </a:r>
          </a:p>
          <a:p>
            <a:pPr algn="l"/>
            <a:r>
              <a:rPr lang="ru-RU" dirty="0"/>
              <a:t>Когут Андрей БПИ-23-1</a:t>
            </a:r>
          </a:p>
          <a:p>
            <a:pPr algn="l"/>
            <a:r>
              <a:rPr lang="ru-RU" dirty="0"/>
              <a:t>Ярлыкова Диана БПИ-23-2</a:t>
            </a:r>
          </a:p>
        </p:txBody>
      </p:sp>
    </p:spTree>
    <p:extLst>
      <p:ext uri="{BB962C8B-B14F-4D97-AF65-F5344CB8AC3E}">
        <p14:creationId xmlns:p14="http://schemas.microsoft.com/office/powerpoint/2010/main" val="108580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7E26A9-C484-2FC1-E74D-81A30B19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Описание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4ACBF2-973B-E0DF-A758-E86B0CB72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598455"/>
            <a:ext cx="10554574" cy="36365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000" b="1" dirty="0"/>
              <a:t>Цель проекта: </a:t>
            </a:r>
            <a:r>
              <a:rPr lang="ru-RU" sz="2000" dirty="0"/>
              <a:t>создание структурированного учебного материала для изучения основ программирования на языке C# с нуля.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Проект направлен на:</a:t>
            </a:r>
          </a:p>
          <a:p>
            <a:pPr marL="0" indent="0">
              <a:buNone/>
            </a:pPr>
            <a:endParaRPr lang="ru-RU" sz="2000" dirty="0"/>
          </a:p>
          <a:p>
            <a:r>
              <a:rPr lang="ru-RU" sz="2000" dirty="0"/>
              <a:t>формирование базовых навыков программирования;</a:t>
            </a:r>
          </a:p>
          <a:p>
            <a:r>
              <a:rPr lang="ru-RU" sz="2000" dirty="0"/>
              <a:t>освоение синтаксиса и логики языка;</a:t>
            </a:r>
          </a:p>
          <a:p>
            <a:r>
              <a:rPr lang="ru-RU" sz="2000" dirty="0"/>
              <a:t>развитие алгоритмического мышления.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Целевая аудитория: студенты и начинающие разработчики.</a:t>
            </a:r>
          </a:p>
        </p:txBody>
      </p:sp>
    </p:spTree>
    <p:extLst>
      <p:ext uri="{BB962C8B-B14F-4D97-AF65-F5344CB8AC3E}">
        <p14:creationId xmlns:p14="http://schemas.microsoft.com/office/powerpoint/2010/main" val="394609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40BBE-5EA5-5C39-80A0-10AE40E52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EBFC9-DBBB-155D-0232-1439569D6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Актуальность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31A070-B982-AF6C-A2DF-8F35EFCD6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598455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Язык C# широко используется в разработке программного обеспечения на платформе .NET, созданной компанией Microsoft. Актуальность проекта обусловлена высоким спросом на разработчиков </a:t>
            </a:r>
            <a:r>
              <a:rPr lang="en-US" sz="2400" dirty="0"/>
              <a:t>C#</a:t>
            </a:r>
            <a:r>
              <a:rPr lang="ru-RU" sz="2400" dirty="0"/>
              <a:t>, необходимостью качественных учебных материалов и ростом интереса к </a:t>
            </a:r>
            <a:r>
              <a:rPr lang="en-US" sz="2400" dirty="0"/>
              <a:t>IT</a:t>
            </a:r>
            <a:r>
              <a:rPr lang="ru-RU" sz="2400" dirty="0"/>
              <a:t>-специальностям.</a:t>
            </a:r>
          </a:p>
        </p:txBody>
      </p:sp>
    </p:spTree>
    <p:extLst>
      <p:ext uri="{BB962C8B-B14F-4D97-AF65-F5344CB8AC3E}">
        <p14:creationId xmlns:p14="http://schemas.microsoft.com/office/powerpoint/2010/main" val="361420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8DDB6-FFE9-5DF5-BAB3-0EE437721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920046-065B-9A47-97E3-D5009BC31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Структура учебного пособия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3C8EC1-D9AC-007E-1EA1-BD38C57F6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598455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Учебное пособие будет включать в себя:</a:t>
            </a:r>
          </a:p>
          <a:p>
            <a:pPr marL="0" indent="0">
              <a:buNone/>
            </a:pPr>
            <a:endParaRPr lang="ru-RU" sz="2400" dirty="0"/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Введение в программирование;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Основы синтаксиса C#;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Переменные и типы данных;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Условные операторы и циклы;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/>
              <a:t>Методы и классы.</a:t>
            </a:r>
          </a:p>
        </p:txBody>
      </p:sp>
    </p:spTree>
    <p:extLst>
      <p:ext uri="{BB962C8B-B14F-4D97-AF65-F5344CB8AC3E}">
        <p14:creationId xmlns:p14="http://schemas.microsoft.com/office/powerpoint/2010/main" val="2408105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15447-C265-E792-6C80-1023EAB84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82152F-4FB0-141E-D7A5-D46A429D8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Ожидаемые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2AD3C1-89CA-8455-C4D5-23888C912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598455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После изучения пособия обучающийся сможет:</a:t>
            </a:r>
          </a:p>
          <a:p>
            <a:pPr marL="0" indent="0">
              <a:buNone/>
            </a:pPr>
            <a:endParaRPr lang="ru-RU" sz="2400" dirty="0"/>
          </a:p>
          <a:p>
            <a:r>
              <a:rPr lang="ru-RU" sz="2400" dirty="0"/>
              <a:t>писать простые программы на C#;</a:t>
            </a:r>
          </a:p>
          <a:p>
            <a:r>
              <a:rPr lang="ru-RU" sz="2400" dirty="0"/>
              <a:t>применять основные конструкции языка;</a:t>
            </a:r>
          </a:p>
          <a:p>
            <a:r>
              <a:rPr lang="ru-RU" sz="2400" dirty="0"/>
              <a:t>создавать небольшие приложения;</a:t>
            </a:r>
          </a:p>
          <a:p>
            <a:r>
              <a:rPr lang="ru-RU" sz="2400" dirty="0"/>
              <a:t>понимать принципы объектно-ориентированного программирования.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66145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88733-B728-F8A9-F1D6-AB34514382CD}"/>
              </a:ext>
            </a:extLst>
          </p:cNvPr>
          <p:cNvSpPr txBox="1"/>
          <p:nvPr/>
        </p:nvSpPr>
        <p:spPr>
          <a:xfrm>
            <a:off x="315058" y="391623"/>
            <a:ext cx="11561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/>
              <a:t>СПАСИБО ЗА ВНИМАНИЕ!!!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2729A7C-7D72-2661-3069-EF3FF573D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245" y="1588510"/>
            <a:ext cx="6275510" cy="487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6151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Цитаты</Template>
  <TotalTime>28</TotalTime>
  <Words>171</Words>
  <Application>Microsoft Office PowerPoint</Application>
  <PresentationFormat>Широкоэкранный</PresentationFormat>
  <Paragraphs>34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2</vt:lpstr>
      <vt:lpstr>Цитаты</vt:lpstr>
      <vt:lpstr>Учебное пособие по C# </vt:lpstr>
      <vt:lpstr>Описание проекта</vt:lpstr>
      <vt:lpstr>Актуальность проекта</vt:lpstr>
      <vt:lpstr>Структура учебного пособия</vt:lpstr>
      <vt:lpstr>Ожидаемые результаты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Диана Ярлыкова</dc:creator>
  <cp:lastModifiedBy>Диана Ярлыкова</cp:lastModifiedBy>
  <cp:revision>1</cp:revision>
  <dcterms:created xsi:type="dcterms:W3CDTF">2026-02-21T00:24:45Z</dcterms:created>
  <dcterms:modified xsi:type="dcterms:W3CDTF">2026-02-21T00:52:50Z</dcterms:modified>
</cp:coreProperties>
</file>